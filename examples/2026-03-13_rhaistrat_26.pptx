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26" TargetMode="External"/><Relationship Id="rId3" Type="http://schemas.openxmlformats.org/officeDocument/2006/relationships/hyperlink" Target="https://issues.redhat.com/browse/RHAISTRAT-1289" TargetMode="External"/><Relationship Id="rId4" Type="http://schemas.openxmlformats.org/officeDocument/2006/relationships/hyperlink" Target="https://issues.redhat.com/browse/RHAISTRAT-979" TargetMode="External"/><Relationship Id="rId5" Type="http://schemas.openxmlformats.org/officeDocument/2006/relationships/hyperlink" Target="https://issues.redhat.com/browse/RHAISTRAT-1045" TargetMode="External"/><Relationship Id="rId6" Type="http://schemas.openxmlformats.org/officeDocument/2006/relationships/hyperlink" Target="https://issues.redhat.com/browse/RHAISTRAT-59" TargetMode="External"/><Relationship Id="rId7" Type="http://schemas.openxmlformats.org/officeDocument/2006/relationships/hyperlink" Target="https://issues.redhat.com/browse/RHAISTRAT-1043" TargetMode="External"/><Relationship Id="rId8" Type="http://schemas.openxmlformats.org/officeDocument/2006/relationships/hyperlink" Target="https://issues.redhat.com/browse/RHAISTRAT-1109" TargetMode="External"/><Relationship Id="rId9" Type="http://schemas.openxmlformats.org/officeDocument/2006/relationships/hyperlink" Target="https://issues.redhat.com/browse/RHAISTRAT-1134" TargetMode="External"/><Relationship Id="rId10" Type="http://schemas.openxmlformats.org/officeDocument/2006/relationships/hyperlink" Target="https://issues.redhat.com/browse/RHAISTRAT-1147" TargetMode="External"/><Relationship Id="rId11" Type="http://schemas.openxmlformats.org/officeDocument/2006/relationships/hyperlink" Target="https://issues.redhat.com/browse/RHAISTRAT-1251" TargetMode="External"/><Relationship Id="rId12" Type="http://schemas.openxmlformats.org/officeDocument/2006/relationships/hyperlink" Target="https://issues.redhat.com/browse/RHAISTRAT-1252" TargetMode="External"/><Relationship Id="rId13" Type="http://schemas.openxmlformats.org/officeDocument/2006/relationships/hyperlink" Target="https://issues.redhat.com/browse/RHAISTRAT-1207" TargetMode="External"/><Relationship Id="rId14" Type="http://schemas.openxmlformats.org/officeDocument/2006/relationships/hyperlink" Target="https://issues.redhat.com/browse/RHAISTRAT-120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59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979" TargetMode="External"/><Relationship Id="rId3" Type="http://schemas.openxmlformats.org/officeDocument/2006/relationships/hyperlink" Target="https://issues.redhat.com/browse/RHAISTRAT-1289" TargetMode="External"/><Relationship Id="rId4" Type="http://schemas.openxmlformats.org/officeDocument/2006/relationships/hyperlink" Target="https://issues.redhat.com/browse/RHAISTRAT-1147" TargetMode="External"/><Relationship Id="rId5" Type="http://schemas.openxmlformats.org/officeDocument/2006/relationships/hyperlink" Target="https://issues.redhat.com/browse/RHAISTRAT-1252" TargetMode="External"/><Relationship Id="rId6" Type="http://schemas.openxmlformats.org/officeDocument/2006/relationships/hyperlink" Target="https://issues.redhat.com/browse/RHAISTRAT-1134" TargetMode="External"/><Relationship Id="rId7" Type="http://schemas.openxmlformats.org/officeDocument/2006/relationships/hyperlink" Target="https://issues.redhat.com/browse/RHAISTRAT-1251" TargetMode="External"/><Relationship Id="rId8" Type="http://schemas.openxmlformats.org/officeDocument/2006/relationships/hyperlink" Target="https://issues.redhat.com/browse/RHAISTRAT-104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043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147" TargetMode="External"/><Relationship Id="rId5" Type="http://schemas.openxmlformats.org/officeDocument/2006/relationships/hyperlink" Target="https://issues.redhat.com/browse/RHAISTRAT-1289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045" TargetMode="External"/><Relationship Id="rId3" Type="http://schemas.openxmlformats.org/officeDocument/2006/relationships/hyperlink" Target="https://issues.redhat.com/browse/RHAISTRAT-120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109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134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147" TargetMode="External"/><Relationship Id="rId5" Type="http://schemas.openxmlformats.org/officeDocument/2006/relationships/hyperlink" Target="https://issues.redhat.com/browse/RHAISTRAT-128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147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043" TargetMode="External"/><Relationship Id="rId5" Type="http://schemas.openxmlformats.org/officeDocument/2006/relationships/hyperlink" Target="https://issues.redhat.com/browse/RHAISTRAT-1134" TargetMode="External"/><Relationship Id="rId6" Type="http://schemas.openxmlformats.org/officeDocument/2006/relationships/hyperlink" Target="https://issues.redhat.com/browse/RHAISTRAT-1289" TargetMode="External"/><Relationship Id="rId7" Type="http://schemas.openxmlformats.org/officeDocument/2006/relationships/hyperlink" Target="https://issues.redhat.com/browse/RHAISTRAT-1252" TargetMode="External"/><Relationship Id="rId8" Type="http://schemas.openxmlformats.org/officeDocument/2006/relationships/hyperlink" Target="https://issues.redhat.com/browse/RHAISTRAT-125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03" TargetMode="External"/><Relationship Id="rId3" Type="http://schemas.openxmlformats.org/officeDocument/2006/relationships/hyperlink" Target="https://issues.redhat.com/browse/RHAISTRAT-104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51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147" TargetMode="External"/><Relationship Id="rId5" Type="http://schemas.openxmlformats.org/officeDocument/2006/relationships/hyperlink" Target="https://issues.redhat.com/browse/RHAISTRAT-128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52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147" TargetMode="External"/><Relationship Id="rId5" Type="http://schemas.openxmlformats.org/officeDocument/2006/relationships/hyperlink" Target="https://issues.redhat.com/browse/RHAISTRAT-1289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89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043" TargetMode="External"/><Relationship Id="rId5" Type="http://schemas.openxmlformats.org/officeDocument/2006/relationships/hyperlink" Target="https://issues.redhat.com/browse/RHAISTRAT-1134" TargetMode="External"/><Relationship Id="rId6" Type="http://schemas.openxmlformats.org/officeDocument/2006/relationships/hyperlink" Target="https://issues.redhat.com/browse/RHAISTRAT-1147" TargetMode="External"/><Relationship Id="rId7" Type="http://schemas.openxmlformats.org/officeDocument/2006/relationships/hyperlink" Target="https://issues.redhat.com/browse/RHAISTRAT-1251" TargetMode="External"/><Relationship Id="rId8" Type="http://schemas.openxmlformats.org/officeDocument/2006/relationships/hyperlink" Target="https://issues.redhat.com/browse/RHAISTRAT-1252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07" TargetMode="External"/><Relationship Id="rId3" Type="http://schemas.openxmlformats.org/officeDocument/2006/relationships/hyperlink" Target="https://issues.redhat.com/browse/RHAISTRAT-979" TargetMode="External"/><Relationship Id="rId4" Type="http://schemas.openxmlformats.org/officeDocument/2006/relationships/hyperlink" Target="https://issues.redhat.com/browse/RHAISTRAT-1289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ssues.redhat.com/browse/RHAISTRAT-125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92929"/>
                </a:solidFill>
                <a:latin typeface="Red Hat Display"/>
              </a:defRPr>
            </a:pPr>
            <a:r>
              <a:t>[Outcome] Red Hat AI Evaluation Stack (eval-hub)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D4D4D"/>
                </a:solidFill>
                <a:latin typeface="Red Hat Text"/>
              </a:defRPr>
            </a:pPr>
            <a:r>
              <a:t>Status: In Progress  ·  13 STRATs  ·  7 GREEN, 6 YELLOW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303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EE0000"/>
                </a:solidFill>
                <a:latin typeface="Red Hat Display"/>
              </a:rPr>
              <a:t>3.4-ea-1 (Early Access)</a:t>
            </a:r>
            <a:r>
              <a:rPr sz="900">
                <a:solidFill>
                  <a:srgbClr val="4D4D4D"/>
                </a:solidFill>
                <a:latin typeface="Red Hat Text"/>
              </a:rPr>
              <a:t>  1 STRAT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RHAISTRAT-1289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Core Evaluation Stack (control plane) for Red Hat AI (EA1)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EE0000"/>
                </a:solidFill>
                <a:latin typeface="Red Hat Display"/>
              </a:rPr>
              <a:t>3.4-ea-2 (Early Access)</a:t>
            </a:r>
            <a:r>
              <a:rPr sz="900">
                <a:solidFill>
                  <a:srgbClr val="4D4D4D"/>
                </a:solidFill>
                <a:latin typeface="Red Hat Text"/>
              </a:rPr>
              <a:t>  2 STRATs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Core Evaluation Stack (control plane) for Red Hat AI (EA2)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RHAISTRAT-1045</a:t>
            </a:r>
            <a:r>
              <a:rPr sz="800">
                <a:solidFill>
                  <a:srgbClr val="292929"/>
                </a:solidFill>
                <a:latin typeface="Red Hat Text"/>
              </a:rPr>
              <a:t> — [Feat] K8s Controller for Evaluation Stack/eval-hub - cloned f...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EE0000"/>
                </a:solidFill>
                <a:latin typeface="Red Hat Display"/>
              </a:rPr>
              <a:t>3.4 (GA)</a:t>
            </a:r>
            <a:r>
              <a:rPr sz="900">
                <a:solidFill>
                  <a:srgbClr val="4D4D4D"/>
                </a:solidFill>
                <a:latin typeface="Red Hat Text"/>
              </a:rPr>
              <a:t>  9 STRATs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AB00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6"/>
              </a:rPr>
              <a:t>RHAISTRAT-59</a:t>
            </a:r>
            <a:r>
              <a:rPr sz="800">
                <a:solidFill>
                  <a:srgbClr val="292929"/>
                </a:solidFill>
                <a:latin typeface="Red Hat Text"/>
              </a:rPr>
              <a:t> — Evaluation &amp; Experimentation Platform for Agentic AI Applications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7"/>
              </a:rPr>
              <a:t>RHAISTRAT-1043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Red Hat AI Evaluation Stack integration with Llama Stack 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AB00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8"/>
              </a:rPr>
              <a:t>RHAISTRAT-1109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Integrate eval-hub Evaluation Scores with OCI for Dynam...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9"/>
              </a:rPr>
              <a:t>RHAISTRAT-1134</a:t>
            </a:r>
            <a:r>
              <a:rPr sz="800">
                <a:solidFill>
                  <a:srgbClr val="292929"/>
                </a:solidFill>
                <a:latin typeface="Red Hat Text"/>
              </a:rPr>
              <a:t> — UI for Orchestration of Evaluations through Evaluation Stack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AB00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10"/>
              </a:rPr>
              <a:t>RHAISTRAT-1147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Industry/Use Case-Specific Evaluation Collections (MVP)...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11"/>
              </a:rPr>
              <a:t>RHAISTRAT-1251</a:t>
            </a:r>
            <a:r>
              <a:rPr sz="800">
                <a:solidFill>
                  <a:srgbClr val="292929"/>
                </a:solidFill>
                <a:latin typeface="Red Hat Text"/>
              </a:rPr>
              <a:t> — LightEval as BYOF adapter using eval-hub-sdk - cloned from RHA...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AB00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12"/>
              </a:rPr>
              <a:t>RHAISTRAT-1252</a:t>
            </a:r>
            <a:r>
              <a:rPr sz="800">
                <a:solidFill>
                  <a:srgbClr val="292929"/>
                </a:solidFill>
                <a:latin typeface="Red Hat Text"/>
              </a:rPr>
              <a:t> — EvalHub support for DeepEval (via adapter sdk) - cloned RHAIRF...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3E8635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13"/>
              </a:rPr>
              <a:t>RHAISTRAT-1207</a:t>
            </a:r>
            <a:r>
              <a:rPr sz="800">
                <a:solidFill>
                  <a:srgbClr val="292929"/>
                </a:solidFill>
                <a:latin typeface="Red Hat Text"/>
              </a:rPr>
              <a:t> — Support pass criteria for evaluations</a:t>
            </a:r>
          </a:p>
          <a:p>
            <a:pPr>
              <a:defRPr sz="700" i="1">
                <a:solidFill>
                  <a:srgbClr val="4D4D4D"/>
                </a:solidFill>
                <a:latin typeface="Red Hat Text"/>
              </a:defRPr>
            </a:pPr>
            <a:r>
              <a:t>    +1 more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EE0000"/>
                </a:solidFill>
                <a:latin typeface="Red Hat Display"/>
              </a:rPr>
              <a:t>3.5 (GA)</a:t>
            </a:r>
            <a:r>
              <a:rPr sz="900">
                <a:solidFill>
                  <a:srgbClr val="4D4D4D"/>
                </a:solidFill>
                <a:latin typeface="Red Hat Text"/>
              </a:rPr>
              <a:t>  1 STRAT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AB00"/>
                </a:solidFill>
                <a:latin typeface="Red Hat Text"/>
              </a:rPr>
              <a:t>  ● </a:t>
            </a:r>
            <a:r>
              <a:rPr sz="800" b="0">
                <a:solidFill>
                  <a:srgbClr val="292929"/>
                </a:solidFill>
                <a:latin typeface="Red Hat Text"/>
                <a:hlinkClick r:id="rId14"/>
              </a:rPr>
              <a:t>RHAISTRAT-1203</a:t>
            </a:r>
            <a:r>
              <a:rPr sz="800">
                <a:solidFill>
                  <a:srgbClr val="292929"/>
                </a:solidFill>
                <a:latin typeface="Red Hat Text"/>
              </a:rPr>
              <a:t> — (feat) MCP Server for Eval-Hub - cloned from RHAIRFE-1161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2468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92929"/>
                </a:solidFill>
                <a:latin typeface="Red Hat Text"/>
              </a:defRPr>
            </a:pPr>
            <a:r>
              <a:t>RHOAIENG  113 (82D / 12IP / 19T)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92929"/>
                </a:solidFill>
                <a:latin typeface="Red Hat Text"/>
              </a:defRPr>
            </a:pPr>
            <a:r>
              <a:t>RHOAIUX  25 (16D / 7IP / 2T)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92929"/>
                </a:solidFill>
                <a:latin typeface="Red Hat Text"/>
              </a:defRPr>
            </a:pPr>
            <a:r>
              <a:t>Total: 138  —  98D / 19IP / 21T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4D4D4D"/>
                </a:solidFill>
                <a:latin typeface="Red Hat Text"/>
              </a:defRPr>
            </a:pPr>
            <a:r>
              <a:t>RHAISTRAT-979 is cloned by RHAISTRAT-1289 · RHAISTRAT-979 is depended on by RHAISTRAT-1147 · RHAISTRAT-979 is depended on by RH...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Evaluation &amp; Experimentation Platform for Agentic AI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New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New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8308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4D4D4D"/>
                </a:solidFill>
                <a:latin typeface="Red Hat Text"/>
              </a:defRPr>
            </a:pPr>
            <a:r>
              <a:t>No inter-STRAT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RHAISTRAT-979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Core Evaluation Stack (control plane) for Red Hat AI (EA2)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In Progress  ·  3.4-ea-2 (Early Access)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In Progress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Green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3.4-ea-2 (committed)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cloned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RHAISTRAT-1289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RHAISTRAT-1147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RHAISTRAT-1252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6"/>
              </a:rPr>
              <a:t>RHAISTRAT-1134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7"/>
              </a:rPr>
              <a:t>RHAISTRAT-1251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8"/>
              </a:rPr>
              <a:t>RHAISTRAT-1043</a:t>
            </a:r>
          </a:p>
          <a:p>
            <a:pPr>
              <a:defRPr sz="700" i="1">
                <a:solidFill>
                  <a:srgbClr val="4D4D4D"/>
                </a:solidFill>
                <a:latin typeface="Red Hat Text"/>
              </a:defRPr>
            </a:pPr>
            <a:r>
              <a:t>+1 more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9 total  (4 Done / 3 In Progress / 2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9  —  4 Done, 3 In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RHAISTRAT-1043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Red Hat AI Evaluation Stack integration with Llama Stack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Closed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Closed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RHAISTRAT-1147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RHAISTRAT-1289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1 total  (0 Done / 1 In Progress / 0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1  —  0 Done, 1 In Progress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[Feat] K8s Controller for Evaluation Stack/eval-hub - cloned from RHAIRFE-1020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In Progress  ·  3.4-ea-2 (Early Access)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In Progress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Green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3.4-ea-2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RHAISTRAT-1203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4 total  (4 Done / 0 In Progress / 0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4  —  4 Done, 0 In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Integrate eval-hub Evaluation Scores with OCI for Dynamic Model Cards - cloned from RHAIRFE-1018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In Progress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In Progress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Yellow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2026-03-11: Yellow because relevant sign-off cannot make the code-freeze in time for 3....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8308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4D4D4D"/>
                </a:solidFill>
                <a:latin typeface="Red Hat Text"/>
              </a:defRPr>
            </a:pPr>
            <a:r>
              <a:t>No inter-STRAT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2 total  (1 Done / 1 In Progress / 0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2  —  1 Done, 1 In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RHAISTRAT-1134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UI for Orchestration of Evaluations through Evaluation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In Progress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In Progress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Green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{color:#00875a}GREEN{color}_x000D_
_x000D_
*Feb 25th Update*_x000D_
1. UX design is in progress_x000D_
_x000D_
2. The...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RHAISTRAT-1147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RHAISTRAT-1289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11 total  (5 Done / 3 In Progress / 3 To Do)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RHOAIUX  </a:t>
            </a:r>
            <a:r>
              <a:rPr sz="900">
                <a:solidFill>
                  <a:srgbClr val="4D4D4D"/>
                </a:solidFill>
                <a:latin typeface="Red Hat Text"/>
              </a:rPr>
              <a:t>2 total  (0 Done / 2 In Progress / 0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13  —  5 Done, 5 In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RHAISTRAT-1147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Industry/Use Case-Specific Evaluation Collections (MVP) - cloned RFE-238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New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New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RHAISTRAT-1043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RHAISTRAT-1134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6"/>
              </a:rPr>
              <a:t>RHAISTRAT-1289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7"/>
              </a:rPr>
              <a:t>RHAISTRAT-1252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is depended on by </a:t>
            </a:r>
            <a:r>
              <a:rPr sz="800" b="0">
                <a:solidFill>
                  <a:srgbClr val="292929"/>
                </a:solidFill>
                <a:latin typeface="Red Hat Text"/>
                <a:hlinkClick r:id="rId8"/>
              </a:rPr>
              <a:t>RHAISTRAT-1251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MCP Server for Eval-Hub - cloned from RHAIRFE-1161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New  ·  3.5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New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2026-02-17: [submitted ADR for review|https://redhat-internal.slack.com/archives/C09P3G...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3.5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RHAISTRAT-1045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LightEval as BYOF adapter using eval-hub-sdk - cloned from RHAIRFE-950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In Progress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In Progress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Green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RHAISTRAT-1147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RHAISTRAT-1289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EvalHub support for DeepEval (via adapter sdk) - cloned RHAIRFE-1021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New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New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depended on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RHAISTRAT-1147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→ depends on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RHAISTRAT-1289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(feat) Core Evaluation Stack (control plane) for Red Hat AI (EA1)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Closed  ·  3.4-ea-1 (Early Access)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Closed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Green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3.4-ea-1 (committed)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is cloned by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RHAISTRAT-1043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5"/>
              </a:rPr>
              <a:t>RHAISTRAT-1134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6"/>
              </a:rPr>
              <a:t>RHAISTRAT-1147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7"/>
              </a:rPr>
              <a:t>RHAISTRAT-1251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depends on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8"/>
              </a:rPr>
              <a:t>RHAISTRAT-1252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defRPr sz="700" i="1">
                <a:solidFill>
                  <a:srgbClr val="4D4D4D"/>
                </a:solidFill>
                <a:latin typeface="Red Hat Text"/>
              </a:defRPr>
            </a:pPr>
            <a:r>
              <a:t>+1 more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RHOAIENG  </a:t>
            </a:r>
            <a:r>
              <a:rPr sz="900">
                <a:solidFill>
                  <a:srgbClr val="4D4D4D"/>
                </a:solidFill>
                <a:latin typeface="Red Hat Text"/>
              </a:rPr>
              <a:t>3 total  (3 Done / 0 In Progress / 0 To Do)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92929"/>
                </a:solidFill>
                <a:latin typeface="Red Hat Text"/>
              </a:rPr>
              <a:t>Total: 3  —  3 Done, 0 In Progress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Support pass criteria for evaluations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E8635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GREEN  ·  Closed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Closed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split to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3"/>
              </a:rPr>
              <a:t>RHAISTRAT-979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292929"/>
                </a:solidFill>
                <a:latin typeface="Red Hat Text"/>
              </a:rPr>
              <a:t>← split to (from </a:t>
            </a:r>
            <a:r>
              <a:rPr sz="800" b="0">
                <a:solidFill>
                  <a:srgbClr val="292929"/>
                </a:solidFill>
                <a:latin typeface="Red Hat Text"/>
                <a:hlinkClick r:id="rId4"/>
              </a:rPr>
              <a:t>RHAISTRAT-1289</a:t>
            </a:r>
            <a:r>
              <a:rPr sz="800">
                <a:solidFill>
                  <a:srgbClr val="292929"/>
                </a:solidFill>
                <a:latin typeface="Red Hat Text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" y="182880"/>
            <a:ext cx="0" cy="41148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828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E0000"/>
                </a:solidFill>
                <a:latin typeface="Red Hat Text"/>
                <a:hlinkClick r:id="rId2"/>
              </a:rPr>
              <a:t>RHAISTRAT-1253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091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D4D4D"/>
                </a:solidFill>
                <a:latin typeface="Red Hat Text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4D4D4D"/>
                </a:solidFill>
                <a:latin typeface="Red Hat Text"/>
              </a:defRPr>
            </a:pPr>
            <a:r>
              <a:t>Source: Jira</a:t>
            </a:r>
            <a:br/>
            <a:r>
              <a:t>2026-03-13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4709160"/>
            <a:ext cx="228600" cy="2286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92929"/>
                </a:solidFill>
                <a:latin typeface="Red Hat Display"/>
              </a:defRPr>
            </a:pPr>
            <a:r>
              <a:t>Client Framework Decorators for eval-hub (python client decorators) - RHAIRFE-1162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AB00"/>
                </a:solidFill>
                <a:latin typeface="Red Hat Text"/>
              </a:rPr>
              <a:t>● </a:t>
            </a:r>
            <a:r>
              <a:rPr sz="1000">
                <a:solidFill>
                  <a:srgbClr val="4D4D4D"/>
                </a:solidFill>
                <a:latin typeface="Red Hat Text"/>
              </a:rPr>
              <a:t>YELLOW  ·  New  ·  3.4 (GA)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4846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Health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New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Color Status:  </a:t>
            </a:r>
            <a:r>
              <a:rPr sz="900">
                <a:solidFill>
                  <a:srgbClr val="4D4D4D"/>
                </a:solidFill>
                <a:latin typeface="Red Hat Text"/>
              </a:rPr>
              <a:t>Not Selected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Status Summary:  </a:t>
            </a:r>
            <a:r>
              <a:rPr sz="900">
                <a:solidFill>
                  <a:srgbClr val="4D4D4D"/>
                </a:solidFill>
                <a:latin typeface="Red Hat Text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Blocked:  </a:t>
            </a:r>
            <a:r>
              <a:rPr sz="900">
                <a:solidFill>
                  <a:srgbClr val="4D4D4D"/>
                </a:solidFill>
                <a:latin typeface="Red Hat Text"/>
              </a:rPr>
              <a:t>No</a:t>
            </a: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292929"/>
                </a:solidFill>
                <a:latin typeface="Red Hat Text"/>
              </a:rPr>
              <a:t>Target Release:  </a:t>
            </a:r>
            <a:r>
              <a:rPr sz="900">
                <a:solidFill>
                  <a:srgbClr val="4D4D4D"/>
                </a:solidFill>
                <a:latin typeface="Red Hat Text"/>
              </a:rPr>
              <a:t>3.4 (candidate)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9260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49047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8308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4D4D4D"/>
                </a:solidFill>
                <a:latin typeface="Red Hat Text"/>
              </a:defRPr>
            </a:pPr>
            <a:r>
              <a:t>No inter-STRAT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804672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E0000"/>
                </a:solidFill>
                <a:latin typeface="Red Hat Display"/>
              </a:defRPr>
            </a:pPr>
            <a:r>
              <a:t>Implementation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4D4D4D"/>
                </a:solidFill>
                <a:latin typeface="Red Hat Text"/>
              </a:defRPr>
            </a:pPr>
            <a:r>
              <a:t>No implementation tickets found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